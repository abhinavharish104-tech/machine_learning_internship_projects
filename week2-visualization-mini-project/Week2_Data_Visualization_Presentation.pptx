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A8B1F-CDEF-96DF-1E26-DAB7765B6A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Week 2 Mini Project – Data Visualization Using Python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268C0-79BE-7ACB-E9D6-8B28D383A5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Analysis of Amazon E-commerce Sales Dataset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C7208-BCC9-0A38-EAD5-635394F3BA60}"/>
              </a:ext>
            </a:extLst>
          </p:cNvPr>
          <p:cNvSpPr txBox="1"/>
          <p:nvPr/>
        </p:nvSpPr>
        <p:spPr>
          <a:xfrm>
            <a:off x="1831340" y="4820196"/>
            <a:ext cx="6101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Details: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Name: Abhinav Harish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Internship Assignment – Week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Tools Used: Python, Pandas, Matplotlib</a:t>
            </a:r>
          </a:p>
        </p:txBody>
      </p:sp>
    </p:spTree>
    <p:extLst>
      <p:ext uri="{BB962C8B-B14F-4D97-AF65-F5344CB8AC3E}">
        <p14:creationId xmlns:p14="http://schemas.microsoft.com/office/powerpoint/2010/main" val="2726349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C5D641-0A89-2C7A-3B92-EE82076CE6A0}"/>
              </a:ext>
            </a:extLst>
          </p:cNvPr>
          <p:cNvSpPr txBox="1"/>
          <p:nvPr/>
        </p:nvSpPr>
        <p:spPr>
          <a:xfrm>
            <a:off x="1778000" y="894080"/>
            <a:ext cx="73736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Objective of the Project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Perform data visualization on a real-world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Generate different types of charts using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Analyze e-commerce sales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Interpret business insights from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1644474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763A49-2E87-2111-D676-941F3F202C7C}"/>
              </a:ext>
            </a:extLst>
          </p:cNvPr>
          <p:cNvSpPr txBox="1"/>
          <p:nvPr/>
        </p:nvSpPr>
        <p:spPr>
          <a:xfrm>
            <a:off x="1645920" y="294640"/>
            <a:ext cx="75057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Dataset Used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Source: Kaggle – Amazon Sale Report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Contains order and transaction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Key columns used: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Category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Qty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Amount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Status</a:t>
            </a:r>
          </a:p>
          <a:p>
            <a:r>
              <a:rPr lang="en-US" sz="3200" b="1" dirty="0"/>
              <a:t>Purpose:</a:t>
            </a:r>
            <a:br>
              <a:rPr lang="en-US" sz="3200" dirty="0"/>
            </a:br>
            <a:r>
              <a:rPr lang="en-US" sz="3200" dirty="0"/>
              <a:t>To analyze sales trends and patterns through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517805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D65D8E-617F-78A9-F349-2B7A70A62869}"/>
              </a:ext>
            </a:extLst>
          </p:cNvPr>
          <p:cNvSpPr txBox="1"/>
          <p:nvPr/>
        </p:nvSpPr>
        <p:spPr>
          <a:xfrm>
            <a:off x="1351280" y="223520"/>
            <a:ext cx="79019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Line Chart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A74440-FD65-60DC-191A-CA5BBC052400}"/>
              </a:ext>
            </a:extLst>
          </p:cNvPr>
          <p:cNvSpPr txBox="1"/>
          <p:nvPr/>
        </p:nvSpPr>
        <p:spPr>
          <a:xfrm>
            <a:off x="721360" y="1097280"/>
            <a:ext cx="8430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Visualization: Daily Sales Trend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F99405-F627-FEC4-0DD1-902EDB93D18B}"/>
              </a:ext>
            </a:extLst>
          </p:cNvPr>
          <p:cNvSpPr txBox="1"/>
          <p:nvPr/>
        </p:nvSpPr>
        <p:spPr>
          <a:xfrm>
            <a:off x="1239520" y="5391387"/>
            <a:ext cx="6268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Interpretation: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Shows total revenue generated on each 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identify daily sales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Upward trend indicates increasing sales activity</a:t>
            </a:r>
          </a:p>
        </p:txBody>
      </p:sp>
      <p:pic>
        <p:nvPicPr>
          <p:cNvPr id="12" name="Picture 11" descr="A graph with a line going up">
            <a:extLst>
              <a:ext uri="{FF2B5EF4-FFF2-40B4-BE49-F238E27FC236}">
                <a16:creationId xmlns:a16="http://schemas.microsoft.com/office/drawing/2014/main" id="{36D18F46-420F-5C46-242D-3167CD40B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513" y="1466612"/>
            <a:ext cx="6415404" cy="400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517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E44EEB-6270-9427-2285-C8A6223E4FB8}"/>
              </a:ext>
            </a:extLst>
          </p:cNvPr>
          <p:cNvSpPr txBox="1"/>
          <p:nvPr/>
        </p:nvSpPr>
        <p:spPr>
          <a:xfrm>
            <a:off x="825500" y="419854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Bar 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1D8A84-3E5E-E14F-DF8A-3E47FBEAD8D7}"/>
              </a:ext>
            </a:extLst>
          </p:cNvPr>
          <p:cNvSpPr txBox="1"/>
          <p:nvPr/>
        </p:nvSpPr>
        <p:spPr>
          <a:xfrm>
            <a:off x="825500" y="1181854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Visualization: Total Sales by Product Category</a:t>
            </a:r>
            <a:endParaRPr lang="en-IN" dirty="0"/>
          </a:p>
        </p:txBody>
      </p:sp>
      <p:pic>
        <p:nvPicPr>
          <p:cNvPr id="7" name="Picture 6" descr="A graph with blue bars">
            <a:extLst>
              <a:ext uri="{FF2B5EF4-FFF2-40B4-BE49-F238E27FC236}">
                <a16:creationId xmlns:a16="http://schemas.microsoft.com/office/drawing/2014/main" id="{5AE44D95-4E02-15A3-FE19-BFA0C6DE4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3" y="1728411"/>
            <a:ext cx="6101081" cy="38131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16E64F-FDF6-AC59-F44F-EDA255EBA3C3}"/>
              </a:ext>
            </a:extLst>
          </p:cNvPr>
          <p:cNvSpPr txBox="1"/>
          <p:nvPr/>
        </p:nvSpPr>
        <p:spPr>
          <a:xfrm>
            <a:off x="571500" y="5098256"/>
            <a:ext cx="61010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Interpretation: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Compares revenue contribution of different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Categories like “Set” and “Kurta” contribute highest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identify best-performing product segments</a:t>
            </a:r>
          </a:p>
        </p:txBody>
      </p:sp>
    </p:spTree>
    <p:extLst>
      <p:ext uri="{BB962C8B-B14F-4D97-AF65-F5344CB8AC3E}">
        <p14:creationId xmlns:p14="http://schemas.microsoft.com/office/powerpoint/2010/main" val="2707359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407E53-71EF-BA21-932A-DF355AAA5F3E}"/>
              </a:ext>
            </a:extLst>
          </p:cNvPr>
          <p:cNvSpPr txBox="1"/>
          <p:nvPr/>
        </p:nvSpPr>
        <p:spPr>
          <a:xfrm>
            <a:off x="845820" y="399534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Scatter Plot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4EB5AA-3A17-424C-C3E6-AC6D98F91873}"/>
              </a:ext>
            </a:extLst>
          </p:cNvPr>
          <p:cNvSpPr txBox="1"/>
          <p:nvPr/>
        </p:nvSpPr>
        <p:spPr>
          <a:xfrm>
            <a:off x="845820" y="1324094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Visualization: Quantity vs Sales Amount</a:t>
            </a:r>
            <a:endParaRPr lang="en-IN" dirty="0"/>
          </a:p>
        </p:txBody>
      </p:sp>
      <p:pic>
        <p:nvPicPr>
          <p:cNvPr id="7" name="Picture 6" descr="A graph with blue dots">
            <a:extLst>
              <a:ext uri="{FF2B5EF4-FFF2-40B4-BE49-F238E27FC236}">
                <a16:creationId xmlns:a16="http://schemas.microsoft.com/office/drawing/2014/main" id="{F6D3A898-9FD5-550D-2EB4-17747B75B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2" y="1693426"/>
            <a:ext cx="6434525" cy="40215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F4AD37-9E1F-4B09-04B7-5D1A93601E3A}"/>
              </a:ext>
            </a:extLst>
          </p:cNvPr>
          <p:cNvSpPr txBox="1"/>
          <p:nvPr/>
        </p:nvSpPr>
        <p:spPr>
          <a:xfrm>
            <a:off x="916940" y="5399316"/>
            <a:ext cx="6101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Interpretation: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Shows relationship between quantity sold and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quantities generally lead to higher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transactions involve single-item purchases</a:t>
            </a:r>
          </a:p>
        </p:txBody>
      </p:sp>
    </p:spTree>
    <p:extLst>
      <p:ext uri="{BB962C8B-B14F-4D97-AF65-F5344CB8AC3E}">
        <p14:creationId xmlns:p14="http://schemas.microsoft.com/office/powerpoint/2010/main" val="3169824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1A78FE-440D-B97E-4ADB-D8AC62336D0F}"/>
              </a:ext>
            </a:extLst>
          </p:cNvPr>
          <p:cNvSpPr txBox="1"/>
          <p:nvPr/>
        </p:nvSpPr>
        <p:spPr>
          <a:xfrm>
            <a:off x="744220" y="480814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Pie 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1CDCA-53C6-148D-6911-7A7FC8563B3B}"/>
              </a:ext>
            </a:extLst>
          </p:cNvPr>
          <p:cNvSpPr txBox="1"/>
          <p:nvPr/>
        </p:nvSpPr>
        <p:spPr>
          <a:xfrm>
            <a:off x="744220" y="1283454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Visualization: Order Status Distribution</a:t>
            </a:r>
          </a:p>
        </p:txBody>
      </p:sp>
      <p:pic>
        <p:nvPicPr>
          <p:cNvPr id="7" name="Picture 6" descr="A pie chart with numbers and text">
            <a:extLst>
              <a:ext uri="{FF2B5EF4-FFF2-40B4-BE49-F238E27FC236}">
                <a16:creationId xmlns:a16="http://schemas.microsoft.com/office/drawing/2014/main" id="{FFF73817-A414-89AE-7530-8C14892AF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5" y="1584960"/>
            <a:ext cx="5466775" cy="47922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5178A0-A8B8-F871-1B83-662CB200B9B6}"/>
              </a:ext>
            </a:extLst>
          </p:cNvPr>
          <p:cNvSpPr txBox="1"/>
          <p:nvPr/>
        </p:nvSpPr>
        <p:spPr>
          <a:xfrm>
            <a:off x="523582" y="4345861"/>
            <a:ext cx="371313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Interpretation: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Displays proportion of shipped, cancelled, and delivered orders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Majority of orders are successfully shipped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operational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2095330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2E879F-70A8-5A7F-6868-AC9A6E58A5F0}"/>
              </a:ext>
            </a:extLst>
          </p:cNvPr>
          <p:cNvSpPr txBox="1"/>
          <p:nvPr/>
        </p:nvSpPr>
        <p:spPr>
          <a:xfrm>
            <a:off x="1069340" y="440174"/>
            <a:ext cx="6101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679CE-8F02-10D4-892A-9A9B771A3FBE}"/>
              </a:ext>
            </a:extLst>
          </p:cNvPr>
          <p:cNvSpPr txBox="1"/>
          <p:nvPr/>
        </p:nvSpPr>
        <p:spPr>
          <a:xfrm>
            <a:off x="1363980" y="1567379"/>
            <a:ext cx="78105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Successfully created 4 different visualizations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Extracted meaningful business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Understood sales trends and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Matplotlib used effectively for analysis</a:t>
            </a:r>
          </a:p>
          <a:p>
            <a:endParaRPr lang="en-US" sz="3200" dirty="0"/>
          </a:p>
          <a:p>
            <a:r>
              <a:rPr lang="en-US" sz="3200" b="1" dirty="0"/>
              <a:t>Deliverables Produced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Python code 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Four saved chart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Presentation report</a:t>
            </a:r>
          </a:p>
        </p:txBody>
      </p:sp>
    </p:spTree>
    <p:extLst>
      <p:ext uri="{BB962C8B-B14F-4D97-AF65-F5344CB8AC3E}">
        <p14:creationId xmlns:p14="http://schemas.microsoft.com/office/powerpoint/2010/main" val="2210890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891C-CC2A-B216-3926-53E781CA3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8239" y="2394374"/>
            <a:ext cx="6815283" cy="1646302"/>
          </a:xfrm>
        </p:spPr>
        <p:txBody>
          <a:bodyPr/>
          <a:lstStyle/>
          <a:p>
            <a:pPr algn="l"/>
            <a:r>
              <a:rPr lang="en-US" sz="9600" dirty="0"/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101172359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</TotalTime>
  <Words>249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Week 2 Mini Project – Data Visualization Using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Abhinav Harish</dc:creator>
  <cp:lastModifiedBy>Abhinav Harish</cp:lastModifiedBy>
  <cp:revision>1</cp:revision>
  <dcterms:created xsi:type="dcterms:W3CDTF">2026-02-09T16:34:28Z</dcterms:created>
  <dcterms:modified xsi:type="dcterms:W3CDTF">2026-02-09T16:55:23Z</dcterms:modified>
</cp:coreProperties>
</file>