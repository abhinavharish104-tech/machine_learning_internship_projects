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7A0A-F8AC-551F-D955-A4ACCC3C2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42024-0AFD-7744-758E-A04F87D4B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AB3DC-4E85-6D26-12AB-FC1EA3A6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4A364-BC6D-E70F-9FB1-90BD246A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12B03-27D6-86D4-6FF7-40BC45D4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3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872E-79AE-EDFF-BDCB-6FA85CD6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F3FA8-C2E2-DDF8-05F0-7F23C383A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C6E0-873F-BD44-1CEB-EDAED350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DB4EF-8FB7-77BC-EFFB-9577ECA4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EC669-CB94-85BD-F844-6F045CF7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1803-060C-027B-A378-DD5FC4B2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BBECD-2687-6B11-0DC3-D3B81AA36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9875-1EF3-487D-80AB-996E473A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28A2B-3FA4-26A8-9DAC-C5C584BCB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14A01-51DE-BFEA-05C5-4A2CF16E4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07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3970A-B023-AEEB-D94C-CE44EF56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96EA-9B27-3E16-AE62-8F404D667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3D36D-6579-F5FE-584E-B31E6FB7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D7000-AECF-6F35-5F72-B8112027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86C74-AC73-099D-AD47-B3782668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96BAD-96A3-D31E-66F3-03B4614F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41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FE1B3-02D4-06F2-6E18-21A15372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2A408-E068-898B-9F3C-2E19C285B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24E02-F4D0-5611-EC5E-BA0ECA73C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D8D19-3466-1129-7911-D6337D768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5191D-7DA2-F220-65DE-1151ED582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6E4D4-9292-AC4A-FDF2-C71A90E1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5EF2E-CD47-5519-9C17-3CD997A9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349A7-20EB-4E75-D7AA-34AA7E8A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476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4066E-0EA0-F19F-C941-F35272AC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C5DA0-C4AA-50C5-D7EC-5E75D607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C1B2F-D7EF-76CA-6523-AB7A5EF8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F21DB-1DD8-4303-7E82-1E745352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0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CA6698-A784-DF50-4463-385D5437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12912-714C-090B-BE2F-7F88A00D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A629A-A14C-5DD2-CBAF-1EDA6D00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1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8C22-2A41-5636-48C6-F7167D73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3BA1E-107E-421F-3CFB-4716E360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62FF-40C1-2E66-637C-749D28B2B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DC146-A216-8472-5DAA-1BB906F3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81BE1-3D90-354A-6459-1F722C64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F67D2-180D-9AE0-97CB-FABA3B54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8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DF4C-3CE9-AAC5-C83C-373672B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01914-9EA1-C60D-C778-701038D20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C7449-173B-B9A9-A41E-B6037B62D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81C7E-C34A-A158-C31D-8F1258B1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153C6-02D7-DC3D-63B9-B5AD88F0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E9D28-0166-CB4D-C072-482A12EE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87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85E5-00C0-9966-8EA2-0A1E9277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BA245-1B6E-460D-9206-E2CA1BE9E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BC7CC-CD35-6B32-0344-A59C982C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804E2-2FEB-DE8B-595D-E2D50DBA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89939-20CC-4DD5-7706-D0A01896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70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CF4951-DB0B-2ED5-F5F8-9A8BE73DA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6D258-A4A2-E6C4-7313-7CEF3D98E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0DA9F-0B12-735D-85A3-60AD4900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06E8-38E6-5743-7688-158D43175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B4CFD-D8F1-9B14-F2B1-3ED931D8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31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19BBDC-2BF5-826C-E8CC-300D2E5B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A5BCF-45B9-B9B8-3AF5-4B28F5844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458F6-6F55-08A1-0EEF-D170329B7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A858E4-E242-4E7B-B88A-82ACC3E9B987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03F19-C9FA-7CE1-06FD-C776345B8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06E00-7974-E551-8BAB-44C501E2C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C55F6-CE18-4438-8D37-82EC3ADB2D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310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2D3B39-8FA6-08EA-64EA-15460272E621}"/>
              </a:ext>
            </a:extLst>
          </p:cNvPr>
          <p:cNvSpPr txBox="1"/>
          <p:nvPr/>
        </p:nvSpPr>
        <p:spPr>
          <a:xfrm>
            <a:off x="3106882" y="1479496"/>
            <a:ext cx="60973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Week 2 Day 3 Assignment – My First Machine Learning Model</a:t>
            </a:r>
            <a:endParaRPr lang="en-US" sz="3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Dataset: Iris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Model: 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Task: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Performed by: Abhinav Harish</a:t>
            </a:r>
          </a:p>
        </p:txBody>
      </p:sp>
    </p:spTree>
    <p:extLst>
      <p:ext uri="{BB962C8B-B14F-4D97-AF65-F5344CB8AC3E}">
        <p14:creationId xmlns:p14="http://schemas.microsoft.com/office/powerpoint/2010/main" val="2205308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7B4578-D423-E2C9-809E-B6C226902361}"/>
              </a:ext>
            </a:extLst>
          </p:cNvPr>
          <p:cNvSpPr txBox="1"/>
          <p:nvPr/>
        </p:nvSpPr>
        <p:spPr>
          <a:xfrm>
            <a:off x="2899064" y="1019754"/>
            <a:ext cx="60973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Methodology &amp; Results</a:t>
            </a:r>
          </a:p>
          <a:p>
            <a:r>
              <a:rPr lang="en-IN" sz="2800" b="1" dirty="0"/>
              <a:t>Steps Performed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Loaded Iris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Split data into training and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Built Logistic Regression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Evaluated performance</a:t>
            </a:r>
          </a:p>
          <a:p>
            <a:r>
              <a:rPr lang="en-IN" sz="2800" b="1" dirty="0"/>
              <a:t>Results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Model Accuracy: ~ (whatever accuracy you get, usually around 95–100%)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Confusion matrix used for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Visualized dataset using </a:t>
            </a:r>
            <a:r>
              <a:rPr lang="en-IN" sz="2800" dirty="0" err="1"/>
              <a:t>pairplot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2502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fusion matrix">
            <a:extLst>
              <a:ext uri="{FF2B5EF4-FFF2-40B4-BE49-F238E27FC236}">
                <a16:creationId xmlns:a16="http://schemas.microsoft.com/office/drawing/2014/main" id="{6D4380FB-8184-09FB-701B-10B9562EE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400" y="821267"/>
            <a:ext cx="8034021" cy="53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5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lage of graphs">
            <a:extLst>
              <a:ext uri="{FF2B5EF4-FFF2-40B4-BE49-F238E27FC236}">
                <a16:creationId xmlns:a16="http://schemas.microsoft.com/office/drawing/2014/main" id="{E63A2CCC-8D88-4318-5C6F-11D19686A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118" y="0"/>
            <a:ext cx="7255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0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Abhinav Harish</dc:creator>
  <cp:lastModifiedBy>Abhinav Harish</cp:lastModifiedBy>
  <cp:revision>1</cp:revision>
  <dcterms:created xsi:type="dcterms:W3CDTF">2026-02-11T14:42:43Z</dcterms:created>
  <dcterms:modified xsi:type="dcterms:W3CDTF">2026-02-11T14:42:43Z</dcterms:modified>
</cp:coreProperties>
</file>